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6" r:id="rId11"/>
    <p:sldId id="904" r:id="rId12"/>
    <p:sldId id="90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4660"/>
  </p:normalViewPr>
  <p:slideViewPr>
    <p:cSldViewPr snapToGrid="0">
      <p:cViewPr varScale="1">
        <p:scale>
          <a:sx n="84" d="100"/>
          <a:sy n="84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25 August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25 August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25 August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25 August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25 August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764805"/>
              </p:ext>
            </p:extLst>
          </p:nvPr>
        </p:nvGraphicFramePr>
        <p:xfrm>
          <a:off x="8193271" y="4898509"/>
          <a:ext cx="3702050" cy="1310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Kvv</a:t>
                      </a: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Ganesh-2420030650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Nabi Rasool- 2420030408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 Teja-2420030008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98593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Venkateswari</a:t>
                      </a: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Ketineni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638175" y="315035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000" b="1" dirty="0">
                <a:latin typeface="Aptos"/>
              </a:rPr>
              <a:t>Project Title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15636" y="955288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sz="2400" b="1" dirty="0">
                <a:latin typeface="Aptos"/>
              </a:rPr>
              <a:t>AI-POWERED ADAPTIVE MULTI-FACTOR AUTHENTICATION AND ACCESS CONTROL SYSTEM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B5CE8D-2FEE-E830-C18B-2DA2510A9B9A}"/>
              </a:ext>
            </a:extLst>
          </p:cNvPr>
          <p:cNvSpPr txBox="1"/>
          <p:nvPr/>
        </p:nvSpPr>
        <p:spPr>
          <a:xfrm>
            <a:off x="4468500" y="1885577"/>
            <a:ext cx="35126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/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2756358" y="1805478"/>
            <a:ext cx="5854242" cy="324704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1700" b="0" dirty="0">
                <a:solidFill>
                  <a:schemeClr val="bg1"/>
                </a:solidFill>
                <a:latin typeface="Aptos"/>
              </a:rPr>
              <a:t>OUTLINE OF PROJECT WORK</a:t>
            </a:r>
            <a:br>
              <a:rPr dirty="0"/>
            </a:br>
            <a:br>
              <a:rPr dirty="0"/>
            </a:br>
            <a:r>
              <a:rPr sz="1700" b="0" dirty="0">
                <a:solidFill>
                  <a:schemeClr val="bg1"/>
                </a:solidFill>
                <a:latin typeface="Aptos"/>
              </a:rPr>
              <a:t>1. Introduction and Project Focus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2. Problem Statement and Security Need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3. Research Objectives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4. Literature Survey and Existing Approaches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5. Problem Gap Identification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6. Innovation, Creativity, and Novelty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7. Feasibility, Architecture, and Project Plan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8. Challenges and Risk Mitigation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9. Conclusion and Future Work</a:t>
            </a:r>
            <a:br>
              <a:rPr dirty="0">
                <a:solidFill>
                  <a:schemeClr val="bg1"/>
                </a:solidFill>
              </a:rPr>
            </a:br>
            <a:r>
              <a:rPr sz="1700" b="0" dirty="0">
                <a:solidFill>
                  <a:schemeClr val="bg1"/>
                </a:solidFill>
                <a:latin typeface="Aptos"/>
              </a:rPr>
              <a:t>10. References and Publication </a:t>
            </a:r>
            <a:r>
              <a:rPr sz="1700" b="0" dirty="0">
                <a:latin typeface="Aptos"/>
              </a:rPr>
              <a:t>Details</a:t>
            </a:r>
          </a:p>
        </p:txBody>
      </p: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2903761" y="54551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>
                <a:latin typeface="Aptos"/>
              </a:rPr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4173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dirty="0">
                <a:latin typeface="Aptos"/>
              </a:rPr>
              <a:t>• Traditional authentication mechanisms generally depend on fixed credentials and static access policies and do not sufficiently distinguish between normal and suspicious login contexts.</a:t>
            </a:r>
          </a:p>
          <a:p>
            <a:pPr>
              <a:spcAft>
                <a:spcPts val="700"/>
              </a:spcAft>
            </a:pPr>
            <a:r>
              <a:rPr sz="1600" dirty="0">
                <a:latin typeface="Aptos"/>
              </a:rPr>
              <a:t>• An attacker using valid or stolen credentials may access an account from a new device, unfamiliar location, unusual login time, or after repeated failed password attempts. A password-only decision may therefore be insufficient.</a:t>
            </a:r>
          </a:p>
          <a:p>
            <a:pPr>
              <a:spcAft>
                <a:spcPts val="700"/>
              </a:spcAft>
            </a:pPr>
            <a:r>
              <a:rPr sz="1600" dirty="0">
                <a:latin typeface="Aptos"/>
              </a:rPr>
              <a:t>• Applying MFA to every login can improve security but may introduce unnecessary friction for legitimate low-risk users. The system therefore requires a mechanism that dynamically increases authentication strength according to observed risk.</a:t>
            </a:r>
          </a:p>
          <a:p>
            <a:pPr>
              <a:spcAft>
                <a:spcPts val="700"/>
              </a:spcAft>
            </a:pPr>
            <a:r>
              <a:rPr sz="1600" dirty="0">
                <a:latin typeface="Aptos"/>
              </a:rPr>
              <a:t>• The proposed project combines credential verification, device trust, location risk, login-time analysis, failed-attempt tracking, adaptive risk scoring, step-up MFA, access decisions, and persistent audit logging.</a:t>
            </a:r>
          </a:p>
          <a:p>
            <a:pPr>
              <a:spcAft>
                <a:spcPts val="700"/>
              </a:spcAft>
            </a:pPr>
            <a:r>
              <a:rPr sz="1600" dirty="0">
                <a:latin typeface="Aptos"/>
              </a:rPr>
              <a:t>• The architecture further provides an extension point for AI/ML anomaly detection and </a:t>
            </a:r>
            <a:r>
              <a:rPr sz="1600" dirty="0" err="1">
                <a:latin typeface="Aptos"/>
              </a:rPr>
              <a:t>DevSecOps</a:t>
            </a:r>
            <a:r>
              <a:rPr sz="1600" dirty="0">
                <a:latin typeface="Aptos"/>
              </a:rPr>
              <a:t> automation so that the authentication system can evolve into an intelligent, testable, and securely delivered cybersecurity solution.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Aptos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120" y="1280160"/>
            <a:ext cx="10241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Develop a secure authentication workflow using username and password verification.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Evaluate contextual security signals including failed attempts, device trust, location trust, and unusual login time.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Implement an adaptive risk-assessment engine that calculates a transparent risk score and classifies requests as LOW, MEDIUM, or HIGH.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Implement adaptive access decisions: allow low-risk authentication, require MFA for medium-risk authentication, and deny high-risk authentication.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Implement OTP-based MFA with expiry and limited verification attempts.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Persist authentication and security events in PostgreSQL using Spring Data JPA for long-term auditability.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Provide investigation-oriented APIs for all logs, risk-specific logs, user-specific logs, denied events, and failed-attempt counts.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Prepare the architecture for an AI/ML anomaly-detection layer and secure DevSecOps-based CI/CD pipeline.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639054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Authors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Title of the Paper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Methodology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Inferences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latin typeface="Aptos"/>
                        </a:rPr>
                        <a:t>Limitation/Future work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Singh, Patel &amp; Chaudhary [1]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Resilient Risk based Adaptive Authentication and Authorization (RAD-AA) Framework,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Risk scores and trust profiles for adaptive authentication and authorization; discusses OAuth 2.0, OpenID Connect, SAML 2.0, STRIDE and PASTA.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Shows that authentication and authorization can adapt to transaction risk and trust context. Discusses ML as a future adaptive-engine approach.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Primarily a design/research framework; the proposed project focuses on a working service implementation with device, location, time, MFA and audit components.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Chauhan, Kumar &amp; Komal [2]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Adaptive Authentication Using Machine Learning, ICICC 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Uses historical user-login data to train a machine-learning model and evaluates new login attempts to select an appropriate authentication method.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Demonstrates the relevance of historical login behavior for adaptive authentication and dynamic security decisions.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The paper emphasizes ML-driven authentication; our implementation first establishes a transparent rule-based baseline with persistent auditability and explicit step-up MFA before ML integration.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Sasikumar &amp; Nagarajan [3]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A Hybrid Machine Learning and Explainable AI Framework for Optimizing Risk-Based Authentication, PLOS ONE, 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Combines machine-learning ensemble methods, fuzzy logic, clustering and optimization for dynamic risk assessment and account-takeover detection.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Shows the value of hybrid ML and explainable-AI methods for contextual risk scoring and interpretable authentication decisions.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0">
                          <a:latin typeface="Aptos"/>
                        </a:rPr>
                        <a:t>More complex than the current academic scope; our system uses an explainable rule-based score initially and keeps a clear extension point for a future ML/XAI risk layer.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Aptos"/>
              </a:rPr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325880"/>
            <a:ext cx="10332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>
                <a:latin typeface="Aptos"/>
              </a:rPr>
              <a:t>• Many conventional systems use static authentication policies and do not continuously adapt authentication strength to contextual risk.</a:t>
            </a:r>
          </a:p>
          <a:p>
            <a:pPr>
              <a:spcAft>
                <a:spcPts val="700"/>
              </a:spcAft>
            </a:pPr>
            <a:r>
              <a:rPr sz="1600">
                <a:latin typeface="Aptos"/>
              </a:rPr>
              <a:t>• Research on adaptive authentication demonstrates the value of behavioral and contextual signals, but complex ML approaches can be difficult to explain, reproduce, and integrate into a small service-oriented academic implementation.</a:t>
            </a:r>
          </a:p>
          <a:p>
            <a:pPr>
              <a:spcAft>
                <a:spcPts val="700"/>
              </a:spcAft>
            </a:pPr>
            <a:r>
              <a:rPr sz="1600">
                <a:latin typeface="Aptos"/>
              </a:rPr>
              <a:t>• Security logs are often treated as operational records rather than as persistent evidence that can support investigation and future behavioral modeling.</a:t>
            </a:r>
          </a:p>
          <a:p>
            <a:pPr>
              <a:spcAft>
                <a:spcPts val="700"/>
              </a:spcAft>
            </a:pPr>
            <a:r>
              <a:rPr sz="1600">
                <a:latin typeface="Aptos"/>
              </a:rPr>
              <a:t>• There is a gap between a risk-scoring research model and a complete implementation combining credential authentication, contextual risk assessment, step-up MFA, access decisions, persistent audit storage, investigation APIs, and secure software delivery.</a:t>
            </a:r>
          </a:p>
          <a:p>
            <a:pPr>
              <a:spcAft>
                <a:spcPts val="700"/>
              </a:spcAft>
            </a:pPr>
            <a:r>
              <a:rPr sz="1600">
                <a:latin typeface="Aptos"/>
              </a:rPr>
              <a:t>• The proposed project addresses this gap by implementing a transparent and testable risk-based authentication foundation first, while maintaining a clear extension point for AI/ML anomaly detection and DevSecOps automation.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Aptos"/>
              </a:rPr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280160"/>
            <a:ext cx="106070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Adaptive step-up authentication: authentication strength changes according to calculated risk rather than applying the same challenge to every login.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Multi-signal risk model: failed attempts, device trust, location trust, and unusual login time are combined into one transparent risk score.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Separation of current state and audit history: consecutive failed attempts can be reset without deleting permanent PostgreSQL audit evidence.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Security-focused audit APIs: logs can be filtered by risk level, username, decision, and failed-attempt count for investigation.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Explainable-AI-ready architecture: the current rule-based score provides a transparent baseline and a future ML/XAI component can contribute an additional anomaly signal.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DevSecOps-ready security pipeline: automated tests, static analysis, secret scanning, dependency scanning, container scanning, and controlled deployment can be integrated.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Service-oriented design: authentication, risk assessment, trust evaluation, MFA, access decisions, and auditing are separated into maintainable Spring Boot service components.</a:t>
            </a:r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latin typeface="Aptos"/>
              </a:rPr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670560" y="1130606"/>
            <a:ext cx="10116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1200">
                <a:latin typeface="Aptos"/>
              </a:rPr>
              <a:t>Feasibility: Java 21 + Spring Boot + PostgreSQL + Spring Data JPA + REST APIs; future integration with AI/ML and DevSecOps tools.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4" y="2194560"/>
            <a:ext cx="3749039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Technical: widely adopted Java/Spring technologies and relational persistence.</a:t>
            </a:r>
          </a:p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Operational: modular services allow security features to be tested independently.</a:t>
            </a:r>
          </a:p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Security: MFA, risk scoring, audit persistence and investigation APIs provide measurable controls.</a:t>
            </a:r>
          </a:p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Scalability: service/repository separation supports future growth and decomposition.</a:t>
            </a:r>
          </a:p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AI feasibility: existing audit telemetry can supply features for anomaly-detection experiments.</a:t>
            </a:r>
          </a:p>
          <a:p>
            <a:pPr>
              <a:spcAft>
                <a:spcPts val="700"/>
              </a:spcAft>
            </a:pPr>
            <a:r>
              <a:rPr sz="1200" dirty="0">
                <a:latin typeface="Aptos"/>
              </a:rPr>
              <a:t>• </a:t>
            </a:r>
            <a:r>
              <a:rPr sz="1200" dirty="0" err="1">
                <a:latin typeface="Aptos"/>
              </a:rPr>
              <a:t>DevSecOps</a:t>
            </a:r>
            <a:r>
              <a:rPr sz="1200" dirty="0">
                <a:latin typeface="Aptos"/>
              </a:rPr>
              <a:t> feasibility: the application can be containerized and integrated into GitHub Actions.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43400" y="1371600"/>
          <a:ext cx="71780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7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9725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Phase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W7+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Foundation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Adaptive Risk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MFA &amp; Access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Audit +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AI/ML Layer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latin typeface="Aptos"/>
                        </a:rPr>
                        <a:t>Testing + DevSecOps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Aptos"/>
                        </a:rPr>
                        <a:t>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6B0E92-ACA8-A3E7-AEB3-7DC0A1404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" y="493776"/>
            <a:ext cx="10872216" cy="568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529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ptos"/>
              </a:rPr>
              <a:t>Challenges, Conclusion and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5349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/>
              <a:t>Challenges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Keeping current failed-attempt state separate from permanent audit history.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Designing risk thresholds that are transparent and easy to validate.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Managing OTP expiry and maximum verification attempts securely.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Preparing high-quality authentication telemetry for future AI/ML modeling.</a:t>
            </a:r>
          </a:p>
          <a:p>
            <a:pPr>
              <a:spcAft>
                <a:spcPts val="700"/>
              </a:spcAft>
            </a:pPr>
            <a:r>
              <a:rPr sz="1500">
                <a:latin typeface="Aptos"/>
              </a:rPr>
              <a:t>• Preventing security tooling and CI/CD automation from becoming a source of new vulnerabilities.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43000"/>
            <a:ext cx="534924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2000" b="1"/>
              <a:t>Conclusion &amp; Future Work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The current implementation demonstrates adaptive authentication with contextual risk scoring, MFA, access decisions and persistent audit logging.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Future work will integrate AI/ML anomaly detection using historical authentication behavior.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Password hashing, user/device persistence, account lockout and API authorization will strengthen production security.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Automated JUnit/Mockito/Spring tests will validate the risk engine, MFA and audit components.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DevSecOps CI/CD will add SAST, secret scanning, dependency scanning, container scanning and controlled deployment.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• A security dashboard will provide visibility into risk levels, failed attempts and suspicious authentication events.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3550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latin typeface="Aptos"/>
              </a:rPr>
              <a:t>SOA Project Review-1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365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ptos"/>
              </a:rPr>
              <a:t>References and Publications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[1] J. Singh, C. Patel, N. K. Chaudhary, “Resilient Risk based Adaptive Authentication and Authorization (RAD-AA) Framework,” arXiv:2208.02592, 2022.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[2] A. Singh Chauhan, D. Kumar, K. Komal, “Adaptive Authentication Using Machine Learning,” Proceedings of ICICC 2024, 2024.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[3] K. Sasikumar, S. Nagarajan, “A Hybrid Machine Learning and Explainable AI Framework for Optimizing Risk-Based Authentication,” PLOS ONE, 21(5), 2026. DOI: 10.1371/journal.pone.0349095.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[4] NIST, “Digital Identity Guidelines: Authentication and Authenticator Management,” SP 800-63B-4, July 2025.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51960"/>
            <a:ext cx="106984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Publications Details</a:t>
            </a:r>
          </a:p>
          <a:p>
            <a:pPr>
              <a:spcAft>
                <a:spcPts val="700"/>
              </a:spcAft>
            </a:pPr>
            <a:r>
              <a:rPr sz="1400">
                <a:latin typeface="Aptos"/>
              </a:rPr>
              <a:t>Current status: Project under development; no publication has been submitted at the time of Review-1. The above references form the literature and standards basis for the proposed adaptive authentication, risk assessment, MFA, and AI-assisted security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0" y="63550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>
                <a:latin typeface="Aptos"/>
              </a:rPr>
              <a:t>SOA Project Review-1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FFFFFF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FFFFFF"/>
      </a:dk1>
      <a:lt1>
        <a:sysClr val="window" lastClr="000000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1584</Words>
  <Application>Microsoft Office PowerPoint</Application>
  <PresentationFormat>Widescreen</PresentationFormat>
  <Paragraphs>134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Vasamsetti Durgaprasad</cp:lastModifiedBy>
  <cp:revision>38</cp:revision>
  <dcterms:created xsi:type="dcterms:W3CDTF">2026-08-08T06:33:56Z</dcterms:created>
  <dcterms:modified xsi:type="dcterms:W3CDTF">2026-08-25T08:33:53Z</dcterms:modified>
</cp:coreProperties>
</file>